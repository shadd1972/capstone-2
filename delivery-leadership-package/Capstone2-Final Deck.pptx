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66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7609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74320" y="25603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 Insurance Quote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1042416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Engineering Delivery Review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4683760" cy="2395728"/>
          </a:xfrm>
          <a:prstGeom prst="roundRect">
            <a:avLst>
              <a:gd name="adj" fmla="val 3053"/>
            </a:avLst>
          </a:prstGeom>
          <a:solidFill>
            <a:srgbClr val="2D6A4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168249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Delivery Goal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29968"/>
            <a:ext cx="421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Assemble, type-check, and ship the Evergreen Quote React app with live premium estimation, data-feed-loaded recent quotes, and a green CI build merged to main by end of Day 4.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944368"/>
            <a:ext cx="1280160" cy="347472"/>
          </a:xfrm>
          <a:prstGeom prst="roundRect">
            <a:avLst>
              <a:gd name="adj" fmla="val 26316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" y="29443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9626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criteria met. Delivered on schedule.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32587" y="162763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032587" y="16824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4C6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032587" y="22494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Components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9987" y="1627632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089987" y="16824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4C6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7089987" y="22494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 + deploy)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32587" y="2779776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032587" y="283464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4C6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5032587" y="3401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987" y="2779776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089987" y="283464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4C6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089987" y="3401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Build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405993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502920" y="41422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🌐  Live:  shadd1972.github.io/Capstone-2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74C69D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2: What Shipped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product on main — behaviors a customer can see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5029200" cy="3621024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11704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Behaviors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5720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151790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premium estimate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17922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on every keystroke — auto, home, and life all return believable numbers. No button press needed.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340864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57200" y="2340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304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quotes data feed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257860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quotes.json via useEffect inside QuotesContext. Visible loading and error states — not silent.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127248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7200" y="3127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💾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090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this quote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36499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 + Context provider — saved quote appears at the top of the list instantly without prop drilling.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7200" y="3913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38770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CI build on main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151376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+ npm run build pass on every push. The merge commit is what CI proved.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0" y="1078992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5669280" y="11704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Merged PR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146304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delivery/lead → main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 merge · Tag: phase-2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0" y="2633472"/>
            <a:ext cx="3383280" cy="1444752"/>
          </a:xfrm>
          <a:prstGeom prst="roundRect">
            <a:avLst>
              <a:gd name="adj" fmla="val 5063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5669280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CI Run — GREEN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30175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Checkout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319125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Node 22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36499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npm ci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5387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tsc --noEmit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71246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npm run build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0" y="4169664"/>
            <a:ext cx="3383280" cy="512064"/>
          </a:xfrm>
          <a:prstGeom prst="roundRect">
            <a:avLst>
              <a:gd name="adj" fmla="val 14286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5623560" y="42245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4A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shadd1972.github.io/Capstone-2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3: Two Key Decisions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in decision-memo.md and go-no-go.md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75488" cy="1719072"/>
          </a:xfrm>
          <a:prstGeom prst="roundRect">
            <a:avLst>
              <a:gd name="adj" fmla="val 1153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74320" y="1481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5214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ZIP-code field — protecting scope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499616"/>
            <a:ext cx="7754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requested a ZIP-code input by Thursday for a regional A/B test. The TypeScript contract made the true cost visible: a new field in the Quote type, a regional-pricing function, and a form change to a provided component. That is a new feature, not "just a box." Accepting would have displaced the data-feed and context work — the P0 items — and put the green build at risk on a Thursday deadline. Logged for next cycle.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560320" cy="329184"/>
          </a:xfrm>
          <a:prstGeom prst="roundRect">
            <a:avLst>
              <a:gd name="adj" fmla="val 16667"/>
            </a:avLst>
          </a:prstGeom>
          <a:solidFill>
            <a:srgbClr val="C0392B">
              <a:alpha val="15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89320" y="11887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Delivery goal protected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859536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475488" cy="1719072"/>
          </a:xfrm>
          <a:prstGeom prst="roundRect">
            <a:avLst>
              <a:gd name="adj" fmla="val 11538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274320" y="3328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NO-GO on merge while main was red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46704"/>
            <a:ext cx="7754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Wednesday's hotfix introduced a type error on main — a string assigned where number was required. My delivery/lead branch was GREEN. Called NO-GO: merging onto a broken base would have made our CI evidence untrustworthy at this review. Held until main was green and the corrected rate was sponsor-confirmed. The one condition that drove the hold cleared the same day; GO was called immediately.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3035808"/>
            <a:ext cx="2560320" cy="329184"/>
          </a:xfrm>
          <a:prstGeom prst="roundRect">
            <a:avLst>
              <a:gd name="adj" fmla="val 16667"/>
            </a:avLst>
          </a:prstGeom>
          <a:solidFill>
            <a:srgbClr val="27AE60">
              <a:alpha val="15000"/>
            </a:srgbClr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989320" y="303580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Clean merge commit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4: Risks &amp; Injects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 tracked 5 risks — one triggered on schedule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987552"/>
            <a:ext cx="8595360" cy="91440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10607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R1 Triggered — Rate values producing implausible premiums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716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register predicted this. Customer reported $3,120/mo for $180k home coverage — correct value ~$312. Hotfix introduced a string where number was required. Register trigger was "any calculated premium appears implausible in testing." Triggered exactly as written.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993392"/>
            <a:ext cx="2788920" cy="2615184"/>
          </a:xfrm>
          <a:prstGeom prst="roundRect">
            <a:avLst>
              <a:gd name="adj" fmla="val 2797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93392"/>
            <a:ext cx="2788920" cy="347472"/>
          </a:xfrm>
          <a:prstGeom prst="roundRect">
            <a:avLst>
              <a:gd name="adj" fmla="val 15789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5760" y="200253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#1 · Tuesday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3957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ZIP-field scope request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2743200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Re-prioritized task board: logged as declined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27355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Decision memo written naming TypeScript cost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" y="380390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Sponsor notified at EOD — P0 items unaffected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18688" y="1993392"/>
            <a:ext cx="2788920" cy="2615184"/>
          </a:xfrm>
          <a:prstGeom prst="roundRect">
            <a:avLst>
              <a:gd name="adj" fmla="val 2797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18688" y="1993392"/>
            <a:ext cx="2788920" cy="347472"/>
          </a:xfrm>
          <a:prstGeom prst="roundRect">
            <a:avLst>
              <a:gd name="adj" fmla="val 1578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3310128" y="200253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#2 · Wednesday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28416" y="23957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red on main — Run #23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328416" y="2743200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Named failure in plain English (TS2322 string→number)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327355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Drafted incident message routing to hotfix author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328416" y="380390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Called explicit NO-GO on merge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63056" y="1993392"/>
            <a:ext cx="2788920" cy="2615184"/>
          </a:xfrm>
          <a:prstGeom prst="roundRect">
            <a:avLst>
              <a:gd name="adj" fmla="val 2797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63056" y="1993392"/>
            <a:ext cx="2788920" cy="347472"/>
          </a:xfrm>
          <a:prstGeom prst="roundRect">
            <a:avLst>
              <a:gd name="adj" fmla="val 1578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254496" y="200253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#3 · Wednesday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272784" y="23957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$3,120 customer quote report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272784" y="2743200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Asked: same hotfix issue or second bug? — named owner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72784" y="3273552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Held merge pending rate sponsor-confirmation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272784" y="3803904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One correction resolved CI failure + pricing issue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74C69D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5: Retrospective &amp; Q&amp;A Prep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carry forward · Anticipated tough questions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4389120" cy="3621024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Do Differently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5720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5544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risk register on Day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1883664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(hotfix breaks main before merge) was predictable. I added it after the fact. A Day 1 register means triggers are documented before injects land, not while triaging them.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99232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5720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9992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scope freeze checkpoint at Day 2 EOD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328416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Mid-week requests arrived as ad hoc asks. An explicit "scope is frozen after Day 2 EOD" checkpoint agreed with the sponsor gives those requests a documented path rather than a real-time negotiation.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078992"/>
            <a:ext cx="4023360" cy="3621024"/>
          </a:xfrm>
          <a:prstGeom prst="roundRect">
            <a:avLst>
              <a:gd name="adj" fmla="val 2020"/>
            </a:avLst>
          </a:prstGeom>
          <a:solidFill>
            <a:srgbClr val="1B4332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029200" y="1170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Likely Questions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not just add the ZIP field?"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1920240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TypeScript contract shows it isn't just a box. It requires a new type field, a regional pricing function, and a form change to a provided component. That's a feature — the type system made the cost knowable before the conversation happened.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2186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"Dev server worked all week — why does a red type-check matter?"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584448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 server transpiles without enforcing contracts. A red type-check means a wrong-shaped value reached the rate function. The $3,120 quote is what that looks like at runtime. CI exists precisely to catch this before a customer does.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Enhancements Beyond Phase 2 Scope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 top of the required delivery — not in the spec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383280" y="1078992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383280" y="1078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365760" y="1097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1097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navigation (Coverage · Claims · About)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1505712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spec is a single-page app. Added client-side routing via React useState&lt;Page&gt;, a nav bar in the header, and three distinct page views — each with its own hero image loaded from public/images/.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863840" y="1078992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863840" y="1078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46320" y="1097280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📝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1097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page with interactive submission form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1503680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claims intake form: name, address, phone, policy number, insurance type (Auto/Home/Life/Renters), claim type, and description. State-driven show/submit/confirm flow with success messaging. Built from scratch using useState + controlled form pattern learned from the capstone.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2267712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383280" y="2340864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3383280" y="234086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65760" y="2359152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365760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23591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page with personal authorship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2792476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page reflecting the real context behind the project: Engineering Manager at LMI, MERN bootcamp background, intent to stay close to the craft. Turns a starter kit into a portfolio artifact with a named author and a stated goal.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2267712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863840" y="2340864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7863840" y="234086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2359152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4846320" y="2359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349240" y="23591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deployment (deploy.yml)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2788920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spec stops at a green build. Added a separate deploy.yml workflow triggered on push to main: type-check → build → upload Pages artifact → deploy. Live URL confirmed end-to-end post-merge.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529584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383280" y="3602736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 txBox="1"/>
          <p:nvPr/>
        </p:nvSpPr>
        <p:spPr>
          <a:xfrm>
            <a:off x="3383280" y="36027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3621024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365760" y="3621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🎨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68680" y="36210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images + CSS page theming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84048" y="4050623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page gets a full-bleed hero image (hero-coverage.jpg, hero-claims.jpg, hero-about.jpg) with a dark overlay for readability. Custom .page-hero CSS class with per-route modifiers — extends the Evergreen theme without touching provided files.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3529584"/>
            <a:ext cx="4224528" cy="1170432"/>
          </a:xfrm>
          <a:prstGeom prst="roundRect">
            <a:avLst>
              <a:gd name="adj" fmla="val 6250"/>
            </a:avLst>
          </a:prstGeom>
          <a:solidFill>
            <a:srgbClr val="1C2B1E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863840" y="3602736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 txBox="1"/>
          <p:nvPr/>
        </p:nvSpPr>
        <p:spPr>
          <a:xfrm>
            <a:off x="7863840" y="36027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46320" y="3621024"/>
            <a:ext cx="402336" cy="40233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 txBox="1"/>
          <p:nvPr/>
        </p:nvSpPr>
        <p:spPr>
          <a:xfrm>
            <a:off x="4846320" y="3621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📦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5349240" y="36210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leadership package committed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864608" y="4114800"/>
            <a:ext cx="4005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F8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brief, risk register, decision memo, go/no-go doc, task list, status updates, and delivery review outline all committed under delivery-leadership-package/ — fully documented alongside the code, not kept separately.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74C69D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C2B1E"/>
          </a:solidFill>
          <a:ln w="12700">
            <a:solidFill>
              <a:srgbClr val="1C2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as the Tech Lead: Assembling It All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56692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work between the commits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4048" y="114300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84048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14300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every deliverable before it ships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517904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tech lead means verifying, not just trusting. Each component drop required reading the diff, running type-check, and confirming what the compiler would accept. That review loop adds real time — it's also what separates a green build from a surprise at the delivery review.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64608" y="114300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864608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114300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all the pieces linked properly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1556851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isn't copy-paste. Props must match type contracts, imports need correct paths, context providers must wrap the right tree. A single mislinked prop or missing export silently breaks state sharing. types.ts → components → hooks → context is where most of the clock time went.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33172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84048" y="242316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384048" y="2423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🚦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42316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injects mid-stream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" y="2832608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injects landed while the app was actively being wired. The job shifted to triaging, deciding, communicating — then returning to the build. Managing that context-switch without dropping the original delivery goal is the core tech-lead skill.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33172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64608" y="242316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4864608" y="2423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🧩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76672" y="242316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Claims &amp; About hooks from observation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2862072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seeing how useQuoteEstimate and QuotesContext worked, I applied the same patterns to build the Claims and About pages from scratch — new territory outside the provided kit. Writing from pattern recognition rather than instruction shows the mental model landed.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61188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84048" y="370332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384048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✍️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7033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it mine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84048" y="4140200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choices — the product title, believable rate values, delivery docs written in my own voice, an About page with a real name and context — turned a starter kit into something I can point to. Authorship reflects the decisions I actually made, not just the steps I followed.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611880"/>
            <a:ext cx="422452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64608" y="3703320"/>
            <a:ext cx="402336" cy="402336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4864608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376672" y="37033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phase taught me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864608" y="4140200"/>
            <a:ext cx="4005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TypeScript type system isn't overhead — it's the thing that made every cost knowable: the ZIP call, the CI failure, the pricing incident all routed through the type contracts. Assemble with discipline, communicate decisions in writing before they become problems.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919472"/>
            <a:ext cx="9144000" cy="13716"/>
          </a:xfrm>
          <a:prstGeom prst="rect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 txBox="1"/>
          <p:nvPr/>
        </p:nvSpPr>
        <p:spPr>
          <a:xfrm>
            <a:off x="457200" y="4956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WA3859 · Evergreen Insurance Quote · Capstone Phase 2 · Shadd Schutte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1624</Words>
  <Application>Microsoft Office PowerPoint</Application>
  <PresentationFormat>On-screen Show (16:9)</PresentationFormat>
  <Paragraphs>147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Schutte, Shadd</cp:lastModifiedBy>
  <cp:revision>2</cp:revision>
  <dcterms:created xsi:type="dcterms:W3CDTF">2026-09-04T14:34:48Z</dcterms:created>
  <dcterms:modified xsi:type="dcterms:W3CDTF">2026-09-04T14:40:19Z</dcterms:modified>
</cp:coreProperties>
</file>